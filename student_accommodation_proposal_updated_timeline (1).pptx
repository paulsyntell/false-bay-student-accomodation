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Accommodation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False Bay College - BayView, Mitchells Plain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Design</a:t>
            </a:r>
          </a:p>
        </p:txBody>
      </p:sp>
      <p:pic>
        <p:nvPicPr>
          <p:cNvPr id="3" name="Picture 2" descr="6a65d4ea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Updated Project Timeline</a:t>
            </a:r>
          </a:p>
        </p:txBody>
      </p:sp>
      <p:pic>
        <p:nvPicPr>
          <p:cNvPr id="3" name="Picture 2" descr="updated_gant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